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292" r:id="rId17"/>
    <p:sldId id="293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262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877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531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563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630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178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505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58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951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963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999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709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54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№6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График модели экспоненциального роста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Модель экспоненциального роста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60BFD9-8F4F-4107-847A-A8E2899E7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622" y="1250058"/>
            <a:ext cx="4504978" cy="493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График модели экспоненциального роста (задана точность решения)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Модель экспоненциального роста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F006F1-E5D2-41F1-8708-63402B050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204" y="1342734"/>
            <a:ext cx="8173591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5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Аттрактор Лоренца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Система Лоренца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CA95D4-FA1E-426D-8A01-F78B5F43A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646" y="1253900"/>
            <a:ext cx="5266402" cy="48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1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Аттрактор Лоренца (интерполяция отключена)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Система Лоренца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7628AA-8426-4BEC-8AF6-4B6CE8A22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363" y="1714260"/>
            <a:ext cx="7697274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6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Модель Лотки–Вольтерры: динамика изменения численности популяций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Модель Лотки–Вольтерры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E2EECC-B332-4E6B-BA18-216B93115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800" y="1282423"/>
            <a:ext cx="3924200" cy="49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8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Модель Лотки–Вольтерры: фазовый портрет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Модель Лотки–Вольтерры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F7265E-4ED6-4306-B063-ABC9B5D0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59" y="1661866"/>
            <a:ext cx="5601482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8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Решение задания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2084C6-A516-4ECE-A9D0-BEA49357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097" y="1215415"/>
            <a:ext cx="4057499" cy="49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0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Решение задания №2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62BBCB-CB2A-4DD2-86D0-224359707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705" y="1220633"/>
            <a:ext cx="4434283" cy="496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1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Решение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587323-3FE5-4D56-BCD7-92B189798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57" y="755357"/>
            <a:ext cx="3906579" cy="544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8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Решение задания №4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D7DFFD-8442-492A-9A38-34BE0BE9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516" y="1217485"/>
            <a:ext cx="3802824" cy="49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2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Решение задания №5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616D9E-6894-4F60-90F6-BA081D2B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662" y="1124689"/>
            <a:ext cx="4042369" cy="514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2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Решение задания №6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C16180-C4E5-4325-9FCF-58541EE8B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442" y="1271121"/>
            <a:ext cx="6120012" cy="491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3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Решение задания №7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C7B429-6D78-42FE-98EC-A52216A27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684" y="1228939"/>
            <a:ext cx="6108326" cy="495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0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Решение задания №8 18/20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7F7ADE-4584-44D9-902F-E8CCB9D7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195" y="1300772"/>
            <a:ext cx="6498596" cy="470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были освоены специализированные пакеты для решения задач в непрерывном и дискретном времени.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47</TotalTime>
  <Words>248</Words>
  <Application>Microsoft Office PowerPoint</Application>
  <PresentationFormat>Широкоэкранный</PresentationFormat>
  <Paragraphs>55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11</cp:revision>
  <dcterms:created xsi:type="dcterms:W3CDTF">2025-12-20T16:59:38Z</dcterms:created>
  <dcterms:modified xsi:type="dcterms:W3CDTF">2025-12-20T20:11:47Z</dcterms:modified>
  <cp:version/>
</cp:coreProperties>
</file>