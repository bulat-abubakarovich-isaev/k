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структор, трансформация, добавление заметок, совместная работа, помощник" id="{B9B51309-D148-4332-87C2-07BE32FBCA3B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60" d="100"/>
          <a:sy n="60" d="100"/>
        </p:scale>
        <p:origin x="96" y="12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2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398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821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594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102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102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994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652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70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368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985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8671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503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864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2700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770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615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5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20.12.2025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20.12.2025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6065-9236-44D4-9A4C-3AEED7559FF9}"/>
              </a:ext>
            </a:extLst>
          </p:cNvPr>
          <p:cNvSpPr txBox="1"/>
          <p:nvPr/>
        </p:nvSpPr>
        <p:spPr>
          <a:xfrm>
            <a:off x="545430" y="527067"/>
            <a:ext cx="744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Лабораторная работа №1 </a:t>
            </a:r>
            <a:br>
              <a:rPr lang="ru-RU" dirty="0"/>
            </a:br>
            <a:r>
              <a:rPr lang="ru-RU" dirty="0"/>
              <a:t>Компьютерный практикум по статистическому анализу данных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57C9-A9C7-4DF7-9246-E83B5921883C}"/>
              </a:ext>
            </a:extLst>
          </p:cNvPr>
          <p:cNvSpPr txBox="1"/>
          <p:nvPr/>
        </p:nvSpPr>
        <p:spPr>
          <a:xfrm>
            <a:off x="545430" y="2933382"/>
            <a:ext cx="9801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Исаев Б. 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202</a:t>
            </a:r>
            <a:r>
              <a:rPr lang="en-US" dirty="0"/>
              <a:t>5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Российский университет дружбы народов имени Патриса Лумумбы, Москва, Россия </a:t>
            </a:r>
          </a:p>
        </p:txBody>
      </p:sp>
    </p:spTree>
    <p:extLst>
      <p:ext uri="{BB962C8B-B14F-4D97-AF65-F5344CB8AC3E}">
        <p14:creationId xmlns:p14="http://schemas.microsoft.com/office/powerpoint/2010/main" val="6427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84CBF6-7AD2-40EE-94EF-87D2FB50F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414" y="2066735"/>
            <a:ext cx="9107171" cy="27245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0F444B-6F8E-4412-80EA-C6825E25DB35}"/>
              </a:ext>
            </a:extLst>
          </p:cNvPr>
          <p:cNvSpPr txBox="1"/>
          <p:nvPr/>
        </p:nvSpPr>
        <p:spPr>
          <a:xfrm>
            <a:off x="3047999" y="55423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1: Установка менеджера пакетов </a:t>
            </a:r>
            <a:r>
              <a:rPr lang="ru-RU" sz="18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Chocolatey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1B8770-F47A-4CCB-ABCE-E5982004E697}"/>
              </a:ext>
            </a:extLst>
          </p:cNvPr>
          <p:cNvSpPr txBox="1"/>
          <p:nvPr/>
        </p:nvSpPr>
        <p:spPr>
          <a:xfrm>
            <a:off x="513347" y="761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Установка необходимых приложений </a:t>
            </a:r>
          </a:p>
        </p:txBody>
      </p:sp>
    </p:spTree>
    <p:extLst>
      <p:ext uri="{BB962C8B-B14F-4D97-AF65-F5344CB8AC3E}">
        <p14:creationId xmlns:p14="http://schemas.microsoft.com/office/powerpoint/2010/main" val="147941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DC0EFB-98ED-40F4-8634-4C8774B08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493" y="1533260"/>
            <a:ext cx="9231013" cy="37914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1EECBD-DB10-46B1-85C1-99CC47474C69}"/>
              </a:ext>
            </a:extLst>
          </p:cNvPr>
          <p:cNvSpPr txBox="1"/>
          <p:nvPr/>
        </p:nvSpPr>
        <p:spPr>
          <a:xfrm>
            <a:off x="4615506" y="57829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2: Установка Far Manager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99E092-5F30-44AE-94A3-72F12665EEDA}"/>
              </a:ext>
            </a:extLst>
          </p:cNvPr>
          <p:cNvSpPr txBox="1"/>
          <p:nvPr/>
        </p:nvSpPr>
        <p:spPr>
          <a:xfrm>
            <a:off x="513347" y="761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Установка необходимых приложений </a:t>
            </a:r>
          </a:p>
        </p:txBody>
      </p:sp>
    </p:spTree>
    <p:extLst>
      <p:ext uri="{BB962C8B-B14F-4D97-AF65-F5344CB8AC3E}">
        <p14:creationId xmlns:p14="http://schemas.microsoft.com/office/powerpoint/2010/main" val="324438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7B85BD-C0A3-4280-8E66-8F706681D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783" y="1404117"/>
            <a:ext cx="8478433" cy="45631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01994F-E53B-40F4-A46F-33FD0C7A24F9}"/>
              </a:ext>
            </a:extLst>
          </p:cNvPr>
          <p:cNvSpPr txBox="1"/>
          <p:nvPr/>
        </p:nvSpPr>
        <p:spPr>
          <a:xfrm>
            <a:off x="4239216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3: Установка </a:t>
            </a:r>
            <a:r>
              <a:rPr lang="ru-RU" sz="18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Notepad</a:t>
            </a: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++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62665-87C2-4D63-B7F4-5761E6B144A4}"/>
              </a:ext>
            </a:extLst>
          </p:cNvPr>
          <p:cNvSpPr txBox="1"/>
          <p:nvPr/>
        </p:nvSpPr>
        <p:spPr>
          <a:xfrm>
            <a:off x="513347" y="761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Установка необходимых приложений </a:t>
            </a:r>
          </a:p>
        </p:txBody>
      </p:sp>
    </p:spTree>
    <p:extLst>
      <p:ext uri="{BB962C8B-B14F-4D97-AF65-F5344CB8AC3E}">
        <p14:creationId xmlns:p14="http://schemas.microsoft.com/office/powerpoint/2010/main" val="95472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7DD905-3E7D-4187-A280-0727561F3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890" y="2090550"/>
            <a:ext cx="5868219" cy="26768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8C1B51-D465-4951-8B4D-A1A796CEEEEA}"/>
              </a:ext>
            </a:extLst>
          </p:cNvPr>
          <p:cNvSpPr txBox="1"/>
          <p:nvPr/>
        </p:nvSpPr>
        <p:spPr>
          <a:xfrm>
            <a:off x="4796590" y="57829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4: Установка </a:t>
            </a:r>
            <a:r>
              <a:rPr lang="ru-RU" sz="18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Julia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4F93A-8129-4032-BC6A-5680793BF223}"/>
              </a:ext>
            </a:extLst>
          </p:cNvPr>
          <p:cNvSpPr txBox="1"/>
          <p:nvPr/>
        </p:nvSpPr>
        <p:spPr>
          <a:xfrm>
            <a:off x="513347" y="761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Установка необходимых приложений </a:t>
            </a:r>
          </a:p>
        </p:txBody>
      </p:sp>
    </p:spTree>
    <p:extLst>
      <p:ext uri="{BB962C8B-B14F-4D97-AF65-F5344CB8AC3E}">
        <p14:creationId xmlns:p14="http://schemas.microsoft.com/office/powerpoint/2010/main" val="982371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A6F9DF-C3D5-4867-BF1D-9854691CE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309" y="1838103"/>
            <a:ext cx="9183382" cy="31817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BB86DF-19E4-4566-9D61-92137447EDF0}"/>
              </a:ext>
            </a:extLst>
          </p:cNvPr>
          <p:cNvSpPr txBox="1"/>
          <p:nvPr/>
        </p:nvSpPr>
        <p:spPr>
          <a:xfrm>
            <a:off x="3545305" y="57027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</a:t>
            </a:r>
            <a:r>
              <a:rPr lang="en-US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 5: </a:t>
            </a: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Установка</a:t>
            </a:r>
            <a:r>
              <a:rPr lang="en-US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Anaconda Distribution (Python 3.x)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7BC169-0F15-4D84-9B2A-5AD668779A37}"/>
              </a:ext>
            </a:extLst>
          </p:cNvPr>
          <p:cNvSpPr txBox="1"/>
          <p:nvPr/>
        </p:nvSpPr>
        <p:spPr>
          <a:xfrm>
            <a:off x="513347" y="761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Установка необходимых приложений </a:t>
            </a:r>
          </a:p>
        </p:txBody>
      </p:sp>
    </p:spTree>
    <p:extLst>
      <p:ext uri="{BB962C8B-B14F-4D97-AF65-F5344CB8AC3E}">
        <p14:creationId xmlns:p14="http://schemas.microsoft.com/office/powerpoint/2010/main" val="105383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EF3A6D-9FA1-472E-9549-2DC53F924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757" y="1439707"/>
            <a:ext cx="7954485" cy="46202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4CB074-05FA-4B04-B4D5-70167D0CB6CF}"/>
              </a:ext>
            </a:extLst>
          </p:cNvPr>
          <p:cNvSpPr txBox="1"/>
          <p:nvPr/>
        </p:nvSpPr>
        <p:spPr>
          <a:xfrm>
            <a:off x="3657600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6: Установка пакетов для работы с </a:t>
            </a:r>
            <a:r>
              <a:rPr lang="ru-RU" sz="18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Jupyter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43336-E9C6-42F9-BD71-846356A2359A}"/>
              </a:ext>
            </a:extLst>
          </p:cNvPr>
          <p:cNvSpPr txBox="1"/>
          <p:nvPr/>
        </p:nvSpPr>
        <p:spPr>
          <a:xfrm>
            <a:off x="513347" y="761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Установка необходимых приложений </a:t>
            </a:r>
          </a:p>
        </p:txBody>
      </p:sp>
    </p:spTree>
    <p:extLst>
      <p:ext uri="{BB962C8B-B14F-4D97-AF65-F5344CB8AC3E}">
        <p14:creationId xmlns:p14="http://schemas.microsoft.com/office/powerpoint/2010/main" val="219100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43EE66-89BF-4D64-8947-B79033460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256" y="1518928"/>
            <a:ext cx="9221487" cy="44297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CF7A9E-D5E6-40EB-9511-A29915F7779C}"/>
              </a:ext>
            </a:extLst>
          </p:cNvPr>
          <p:cNvSpPr txBox="1"/>
          <p:nvPr/>
        </p:nvSpPr>
        <p:spPr>
          <a:xfrm>
            <a:off x="3047999" y="60877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7: Примеры определения типа числовых величин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770AED-C4BA-4250-832D-00810755CBD6}"/>
              </a:ext>
            </a:extLst>
          </p:cNvPr>
          <p:cNvSpPr txBox="1"/>
          <p:nvPr/>
        </p:nvSpPr>
        <p:spPr>
          <a:xfrm>
            <a:off x="513348" y="7246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Примеры</a:t>
            </a:r>
          </a:p>
        </p:txBody>
      </p:sp>
    </p:spTree>
    <p:extLst>
      <p:ext uri="{BB962C8B-B14F-4D97-AF65-F5344CB8AC3E}">
        <p14:creationId xmlns:p14="http://schemas.microsoft.com/office/powerpoint/2010/main" val="313119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435FC1-E92E-4508-B6B2-4336A936F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968" y="2390630"/>
            <a:ext cx="8164064" cy="20767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20638D-0051-4797-8209-588948EA79B7}"/>
              </a:ext>
            </a:extLst>
          </p:cNvPr>
          <p:cNvSpPr txBox="1"/>
          <p:nvPr/>
        </p:nvSpPr>
        <p:spPr>
          <a:xfrm>
            <a:off x="3048000" y="58632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8: Примеры приведения аргументов к одному типу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5B722-54CC-46D8-9390-4556FCB5881A}"/>
              </a:ext>
            </a:extLst>
          </p:cNvPr>
          <p:cNvSpPr txBox="1"/>
          <p:nvPr/>
        </p:nvSpPr>
        <p:spPr>
          <a:xfrm>
            <a:off x="513348" y="7246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Примеры</a:t>
            </a:r>
          </a:p>
        </p:txBody>
      </p:sp>
    </p:spTree>
    <p:extLst>
      <p:ext uri="{BB962C8B-B14F-4D97-AF65-F5344CB8AC3E}">
        <p14:creationId xmlns:p14="http://schemas.microsoft.com/office/powerpoint/2010/main" val="160154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932A0F-0904-4073-9118-A684AC442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230" y="1838103"/>
            <a:ext cx="8697539" cy="31817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F33BE5-C375-4ADF-AABE-393BA449B1BB}"/>
              </a:ext>
            </a:extLst>
          </p:cNvPr>
          <p:cNvSpPr txBox="1"/>
          <p:nvPr/>
        </p:nvSpPr>
        <p:spPr>
          <a:xfrm>
            <a:off x="3914274" y="58311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9: Примеры определения функций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AF03D3-46DD-429C-BECB-6603FAFBADA2}"/>
              </a:ext>
            </a:extLst>
          </p:cNvPr>
          <p:cNvSpPr txBox="1"/>
          <p:nvPr/>
        </p:nvSpPr>
        <p:spPr>
          <a:xfrm>
            <a:off x="513348" y="7246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Примеры</a:t>
            </a:r>
          </a:p>
        </p:txBody>
      </p:sp>
    </p:spTree>
    <p:extLst>
      <p:ext uri="{BB962C8B-B14F-4D97-AF65-F5344CB8AC3E}">
        <p14:creationId xmlns:p14="http://schemas.microsoft.com/office/powerpoint/2010/main" val="330616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BED566-9EE4-4E08-BCE2-566B8C1EC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780" y="1406365"/>
            <a:ext cx="7930440" cy="4449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2D8463-A125-4817-8EA4-33905602BD62}"/>
              </a:ext>
            </a:extLst>
          </p:cNvPr>
          <p:cNvSpPr txBox="1"/>
          <p:nvPr/>
        </p:nvSpPr>
        <p:spPr>
          <a:xfrm>
            <a:off x="3965220" y="60717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10: Примеры работы с массивами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FDDC69-A7F6-4489-9D55-DD2A153E8911}"/>
              </a:ext>
            </a:extLst>
          </p:cNvPr>
          <p:cNvSpPr txBox="1"/>
          <p:nvPr/>
        </p:nvSpPr>
        <p:spPr>
          <a:xfrm>
            <a:off x="513348" y="7246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Примеры</a:t>
            </a:r>
          </a:p>
        </p:txBody>
      </p:sp>
    </p:spTree>
    <p:extLst>
      <p:ext uri="{BB962C8B-B14F-4D97-AF65-F5344CB8AC3E}">
        <p14:creationId xmlns:p14="http://schemas.microsoft.com/office/powerpoint/2010/main" val="309430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C0B00E-2677-472B-AE84-8F4BD11F3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690" y="1360957"/>
            <a:ext cx="5874620" cy="4546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ADB599-F230-4305-8085-67C052B9E80F}"/>
              </a:ext>
            </a:extLst>
          </p:cNvPr>
          <p:cNvSpPr txBox="1"/>
          <p:nvPr/>
        </p:nvSpPr>
        <p:spPr>
          <a:xfrm>
            <a:off x="1684421" y="6067524"/>
            <a:ext cx="10940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11: Примеры работы с функциями для чтения/записи/вывода информации на экран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E3FB2-5FF2-40D0-91B1-C38630883A2E}"/>
              </a:ext>
            </a:extLst>
          </p:cNvPr>
          <p:cNvSpPr txBox="1"/>
          <p:nvPr/>
        </p:nvSpPr>
        <p:spPr>
          <a:xfrm>
            <a:off x="605589" y="726749"/>
            <a:ext cx="6312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Примеры для задания №1 </a:t>
            </a:r>
          </a:p>
        </p:txBody>
      </p:sp>
    </p:spTree>
    <p:extLst>
      <p:ext uri="{BB962C8B-B14F-4D97-AF65-F5344CB8AC3E}">
        <p14:creationId xmlns:p14="http://schemas.microsoft.com/office/powerpoint/2010/main" val="120490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85F244-0653-46AB-8A45-44D96DAC1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785" y="3095578"/>
            <a:ext cx="6306430" cy="6668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0CA9F0-82BA-4D63-973B-D5BB98177517}"/>
              </a:ext>
            </a:extLst>
          </p:cNvPr>
          <p:cNvSpPr txBox="1"/>
          <p:nvPr/>
        </p:nvSpPr>
        <p:spPr>
          <a:xfrm>
            <a:off x="3737810" y="57188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12: Пример работы с функцией </a:t>
            </a:r>
            <a:r>
              <a:rPr lang="ru-RU" sz="18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parse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C8341-B20A-4316-87DA-421815315383}"/>
              </a:ext>
            </a:extLst>
          </p:cNvPr>
          <p:cNvSpPr txBox="1"/>
          <p:nvPr/>
        </p:nvSpPr>
        <p:spPr>
          <a:xfrm>
            <a:off x="545432" y="7698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Примеры для задания №2 </a:t>
            </a:r>
          </a:p>
        </p:txBody>
      </p:sp>
    </p:spTree>
    <p:extLst>
      <p:ext uri="{BB962C8B-B14F-4D97-AF65-F5344CB8AC3E}">
        <p14:creationId xmlns:p14="http://schemas.microsoft.com/office/powerpoint/2010/main" val="96513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F66372-8FDA-4DD2-88E0-CB7BF3FE1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916" y="1314153"/>
            <a:ext cx="4032167" cy="46975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0DAB82-6461-470E-85C1-B28593EFE655}"/>
              </a:ext>
            </a:extLst>
          </p:cNvPr>
          <p:cNvSpPr txBox="1"/>
          <p:nvPr/>
        </p:nvSpPr>
        <p:spPr>
          <a:xfrm>
            <a:off x="2759242" y="6173887"/>
            <a:ext cx="7507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13: Примеры работы базовых математических операций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B08A6-C6D2-47A9-B427-B369BDE7F935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Примеры для задания №3 </a:t>
            </a:r>
          </a:p>
        </p:txBody>
      </p:sp>
    </p:spTree>
    <p:extLst>
      <p:ext uri="{BB962C8B-B14F-4D97-AF65-F5344CB8AC3E}">
        <p14:creationId xmlns:p14="http://schemas.microsoft.com/office/powerpoint/2010/main" val="196799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0C6873-3F20-493A-9A11-0FA17EF8A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100" y="1342196"/>
            <a:ext cx="6801799" cy="44971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04E127-614D-473B-A8B6-2210F9FA75C0}"/>
              </a:ext>
            </a:extLst>
          </p:cNvPr>
          <p:cNvSpPr txBox="1"/>
          <p:nvPr/>
        </p:nvSpPr>
        <p:spPr>
          <a:xfrm>
            <a:off x="2919717" y="6029150"/>
            <a:ext cx="6801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14: Примеры работы базовых математических операций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88F70-C061-47B0-9450-FB57668BF88B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Примеры для задания №3 </a:t>
            </a:r>
          </a:p>
        </p:txBody>
      </p:sp>
    </p:spTree>
    <p:extLst>
      <p:ext uri="{BB962C8B-B14F-4D97-AF65-F5344CB8AC3E}">
        <p14:creationId xmlns:p14="http://schemas.microsoft.com/office/powerpoint/2010/main" val="95240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4B7E5F-FA2A-4473-8445-ACEF49484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01" y="1431514"/>
            <a:ext cx="5537197" cy="4608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327401" y="61840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Рис. 15: Примеры работы с операциями над матрицами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Примеры для задания №</a:t>
            </a:r>
            <a:r>
              <a:rPr lang="en-US" dirty="0"/>
              <a:t>4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01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287937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• В ходе выполнения лабораторной работы были получены навыки по подготовке рабочего пространства и инструментария для работы с языком программирования </a:t>
            </a:r>
            <a:r>
              <a:rPr lang="ru-RU" dirty="0" err="1"/>
              <a:t>Julia</a:t>
            </a:r>
            <a:r>
              <a:rPr lang="ru-RU" dirty="0"/>
              <a:t>, а также познакомились на простейших примерах с основами синтаксиса </a:t>
            </a:r>
            <a:r>
              <a:rPr lang="ru-RU" dirty="0" err="1"/>
              <a:t>Julia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7401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/>
              <a:t>[1] Julia Documentation: https://docs.julialang.org/en/v1/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литературы. Библиография </a:t>
            </a:r>
          </a:p>
        </p:txBody>
      </p:sp>
    </p:spTree>
    <p:extLst>
      <p:ext uri="{BB962C8B-B14F-4D97-AF65-F5344CB8AC3E}">
        <p14:creationId xmlns:p14="http://schemas.microsoft.com/office/powerpoint/2010/main" val="270344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{3BF0432E-C854-41CE-93DC-9496EBB535A6}TF2989475c-5427-4edb-9ec1-00f4ce72165b8cae7013_win32-72884f2072f2</Template>
  <TotalTime>10</TotalTime>
  <Words>288</Words>
  <Application>Microsoft Office PowerPoint</Application>
  <PresentationFormat>Широкоэкранный</PresentationFormat>
  <Paragraphs>58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</vt:lpstr>
      <vt:lpstr>Segoe UI</vt:lpstr>
      <vt:lpstr>Segoe UI Light</vt:lpstr>
      <vt:lpstr>Пользовательские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Булат Исаев</dc:creator>
  <cp:keywords/>
  <cp:lastModifiedBy>Булат Исаев</cp:lastModifiedBy>
  <cp:revision>4</cp:revision>
  <dcterms:created xsi:type="dcterms:W3CDTF">2025-12-20T16:59:38Z</dcterms:created>
  <dcterms:modified xsi:type="dcterms:W3CDTF">2025-12-20T17:10:37Z</dcterms:modified>
  <cp:version/>
</cp:coreProperties>
</file>