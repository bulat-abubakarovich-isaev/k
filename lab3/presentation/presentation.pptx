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276" r:id="rId2"/>
    <p:sldId id="291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292" r:id="rId29"/>
    <p:sldId id="293" r:id="rId30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онструктор, трансформация, добавление заметок, совместная работа, помощник" id="{B9B51309-D148-4332-87C2-07BE32FBCA3B}">
          <p14:sldIdLst>
            <p14:sldId id="276"/>
            <p14:sldId id="291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41" autoAdjust="0"/>
  </p:normalViewPr>
  <p:slideViewPr>
    <p:cSldViewPr snapToGrid="0">
      <p:cViewPr varScale="1">
        <p:scale>
          <a:sx n="60" d="100"/>
          <a:sy n="60" d="100"/>
        </p:scale>
        <p:origin x="96" y="15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EF2CABD-ADFB-4662-86FE-964DAD288E0E}" type="datetime1">
              <a:rPr lang="ru-RU" smtClean="0"/>
              <a:t>20.12.2025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812D4-DBF0-450F-B19D-420CCD76CB60}" type="datetime1">
              <a:rPr lang="ru-RU" smtClean="0"/>
              <a:pPr/>
              <a:t>20.12.2025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822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277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2653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533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81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3047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462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7025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7963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812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223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97500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43408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9157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207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0110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1358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052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1701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1589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3742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76614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2782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5928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3754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4966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3262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2615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528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4BFA7FF-3CFD-4CAD-BB9E-67BC1F4C890D}" type="datetime1">
              <a:rPr lang="ru-RU" noProof="0" smtClean="0"/>
              <a:t>20.12.2025</a:t>
            </a:fld>
            <a:endParaRPr lang="ru-RU" noProof="0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10" name="Прямоугольник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0E309820-F966-41D6-9A9E-F094402396DD}" type="datetime1">
              <a:rPr lang="ru-RU" noProof="0" smtClean="0"/>
              <a:t>20.12.2025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056065-9236-44D4-9A4C-3AEED7559FF9}"/>
              </a:ext>
            </a:extLst>
          </p:cNvPr>
          <p:cNvSpPr txBox="1"/>
          <p:nvPr/>
        </p:nvSpPr>
        <p:spPr>
          <a:xfrm>
            <a:off x="545430" y="527067"/>
            <a:ext cx="7443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Лабораторная работа №</a:t>
            </a:r>
            <a:r>
              <a:rPr lang="en-US" dirty="0"/>
              <a:t>3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Компьютерный практикум по статистическому анализу данных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F57C9-A9C7-4DF7-9246-E83B5921883C}"/>
              </a:ext>
            </a:extLst>
          </p:cNvPr>
          <p:cNvSpPr txBox="1"/>
          <p:nvPr/>
        </p:nvSpPr>
        <p:spPr>
          <a:xfrm>
            <a:off x="545430" y="2933382"/>
            <a:ext cx="98017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Исаев Б. А.</a:t>
            </a:r>
            <a:endParaRPr lang="en-US" dirty="0"/>
          </a:p>
          <a:p>
            <a:endParaRPr lang="en-US" dirty="0"/>
          </a:p>
          <a:p>
            <a:r>
              <a:rPr lang="ru-RU" dirty="0"/>
              <a:t>202</a:t>
            </a:r>
            <a:r>
              <a:rPr lang="en-US" dirty="0"/>
              <a:t>5</a:t>
            </a:r>
            <a:r>
              <a:rPr lang="ru-RU" dirty="0"/>
              <a:t> </a:t>
            </a:r>
            <a:endParaRPr lang="en-US" dirty="0"/>
          </a:p>
          <a:p>
            <a:endParaRPr lang="en-US" dirty="0"/>
          </a:p>
          <a:p>
            <a:r>
              <a:rPr lang="ru-RU" dirty="0"/>
              <a:t>Российский университет дружбы народов имени Патриса Лумумбы, Москва, Россия </a:t>
            </a:r>
          </a:p>
        </p:txBody>
      </p:sp>
    </p:spTree>
    <p:extLst>
      <p:ext uri="{BB962C8B-B14F-4D97-AF65-F5344CB8AC3E}">
        <p14:creationId xmlns:p14="http://schemas.microsoft.com/office/powerpoint/2010/main" val="64276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1: Примеры использования цикла </a:t>
            </a:r>
            <a:r>
              <a:rPr lang="ru-RU" dirty="0" err="1"/>
              <a:t>while</a:t>
            </a:r>
            <a:r>
              <a:rPr lang="ru-RU" dirty="0"/>
              <a:t>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Циклы </a:t>
            </a:r>
            <a:r>
              <a:rPr lang="en-US" dirty="0"/>
              <a:t>while </a:t>
            </a:r>
            <a:r>
              <a:rPr lang="ru-RU" dirty="0"/>
              <a:t>и </a:t>
            </a:r>
            <a:r>
              <a:rPr lang="en-US" dirty="0"/>
              <a:t>for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1DB124-7D81-4276-A872-329F2E1C6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970" y="1283368"/>
            <a:ext cx="5268060" cy="451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6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2: Примеры использования цикла </a:t>
            </a:r>
            <a:r>
              <a:rPr lang="ru-RU" dirty="0" err="1"/>
              <a:t>for</a:t>
            </a:r>
            <a:r>
              <a:rPr lang="ru-RU" dirty="0"/>
              <a:t>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Циклы </a:t>
            </a:r>
            <a:r>
              <a:rPr lang="en-US" dirty="0"/>
              <a:t>while </a:t>
            </a:r>
            <a:r>
              <a:rPr lang="ru-RU" dirty="0"/>
              <a:t>и </a:t>
            </a:r>
            <a:r>
              <a:rPr lang="en-US" dirty="0"/>
              <a:t>for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2677750-E5A0-4A7D-BC48-B03AC3E6A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522" y="1880971"/>
            <a:ext cx="5410955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22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2149642" y="6184049"/>
            <a:ext cx="8309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3: Пример использования цикла </a:t>
            </a:r>
            <a:r>
              <a:rPr lang="ru-RU" dirty="0" err="1"/>
              <a:t>for</a:t>
            </a:r>
            <a:r>
              <a:rPr lang="ru-RU" dirty="0"/>
              <a:t> для создания двумерного массива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Циклы </a:t>
            </a:r>
            <a:r>
              <a:rPr lang="en-US" dirty="0"/>
              <a:t>while </a:t>
            </a:r>
            <a:r>
              <a:rPr lang="ru-RU" dirty="0"/>
              <a:t>и </a:t>
            </a:r>
            <a:r>
              <a:rPr lang="en-US" dirty="0"/>
              <a:t>for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3C2B2A9-62FA-4833-A2FF-49CFCA5C6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296179"/>
            <a:ext cx="3566190" cy="461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10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4: Примеры использования условного выражения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Условные выражения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2476DD-E25E-452B-A646-6698243A6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259" y="1680918"/>
            <a:ext cx="5239481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37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5: Примеры способов написания функции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Функции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96F1C3-F17B-4421-B6C2-5BD71B788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389" y="1430577"/>
            <a:ext cx="6081241" cy="4447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5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6: Сравнение результатов вывода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Функции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6EBF57-516B-4972-8556-464B702AB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02" y="1638050"/>
            <a:ext cx="11069595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08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2727158" y="6184049"/>
            <a:ext cx="66962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7: Примеры использования функций </a:t>
            </a:r>
            <a:r>
              <a:rPr lang="ru-RU" dirty="0" err="1"/>
              <a:t>map</a:t>
            </a:r>
            <a:r>
              <a:rPr lang="ru-RU" dirty="0"/>
              <a:t>() и </a:t>
            </a:r>
            <a:r>
              <a:rPr lang="ru-RU" dirty="0" err="1"/>
              <a:t>broadcast</a:t>
            </a:r>
            <a:r>
              <a:rPr lang="ru-RU" dirty="0"/>
              <a:t>()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Функции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87DFF2-56B9-43EA-945C-6E5DB9741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443" y="1961945"/>
            <a:ext cx="5287113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810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8: Пример использования сторонних библиотек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Сторонние библиотеки (пакеты) в </a:t>
            </a:r>
            <a:r>
              <a:rPr lang="ru-RU" dirty="0" err="1"/>
              <a:t>Julia</a:t>
            </a:r>
            <a:r>
              <a:rPr lang="ru-RU" dirty="0"/>
              <a:t>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7D43BC-8963-48A2-ADB0-E4D6AD8D0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401" y="1353156"/>
            <a:ext cx="5285328" cy="460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95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9: Выполнение подпунктов задания №1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Самостоятельная работа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BDCB38-188D-4666-BA9E-F9F6DF9CE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075" y="1699971"/>
            <a:ext cx="5553850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534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10: Выполнение подпунктов задания №1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Самостоятельная работа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63FF924-4298-4E6C-9273-84561F0E0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654" y="1980998"/>
            <a:ext cx="4772691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9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11: Выполнение подпунктов задания №1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Самостоятельная работа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5DB3CE2-8912-4CF6-8992-11E6A6529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63" y="2730233"/>
            <a:ext cx="10619874" cy="139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794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12: Выполнение подпунктов задания №1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913F8F-7473-4138-B122-FC3EDEAFC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417" y="2604972"/>
            <a:ext cx="5487166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944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13: Выполнение задания №2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0A4E6C2-CFFE-41EA-87D2-8D7B882B7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54" y="2385867"/>
            <a:ext cx="5315692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9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14: Выполнение задания №3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EFD23D-7EA7-4C5A-91B5-37F01B2A5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364" y="2933631"/>
            <a:ext cx="5163271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932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15: Выполнение задания №4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8CBE1A-8F05-43CB-AE78-056FCE4EE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733" y="2643078"/>
            <a:ext cx="4896533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09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16: Выполнение задания №5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C44BF8-5120-4D76-8D1B-CB1723D17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996" y="2681183"/>
            <a:ext cx="4706007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6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17: Выполнение задания №6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ECFFA5-C45B-464C-B113-2EE326D74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54" y="2061971"/>
            <a:ext cx="5315692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78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18: Выполнение задания №7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B6D5C42-E85C-4D1B-B5A8-5D164EA9F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181" y="1258497"/>
            <a:ext cx="6592220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19: Выполнение задания №7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0355B7-F74F-466B-8054-247267C3C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286" y="1276049"/>
            <a:ext cx="4315427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75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20: Выполнение подпунктов задания №8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702C35-29F7-4D83-84E9-5289C250D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97" y="2895525"/>
            <a:ext cx="10964805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085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21: Выполнение подпунктов задания №8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F0747DD-BA46-4B43-8DB0-767ED509A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599" y="1331051"/>
            <a:ext cx="6096000" cy="477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503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22: Выполнение подпунктов задания №8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E1F8E65-5045-4320-939F-36AB58449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284" y="1267325"/>
            <a:ext cx="3062664" cy="483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077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23: Выполнение задания №9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53047A-375C-4904-8E2E-2654ADB61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522" y="2581156"/>
            <a:ext cx="6134956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37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24: Выполнение подпунктов задания №10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742580-510A-488E-89A3-E9AC8925C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207" y="2142945"/>
            <a:ext cx="4553585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24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25: Выполнение подпунктов задания №10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C547BA-479F-46BD-8A4A-225EDD8BF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496" y="2376340"/>
            <a:ext cx="5249008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96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26: Выполнение задания №11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0604F09-498F-4029-BE76-C6FC5C880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443" y="2781209"/>
            <a:ext cx="5287113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79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287937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• В ходе выполнения лабораторной работы было освоено применение циклов функций и сторонних для </a:t>
            </a:r>
            <a:r>
              <a:rPr lang="ru-RU" dirty="0" err="1"/>
              <a:t>Julia</a:t>
            </a:r>
            <a:r>
              <a:rPr lang="ru-RU"/>
              <a:t> пакетов для решения задач линейной алгебры и работы с матрицами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Вывод</a:t>
            </a:r>
          </a:p>
        </p:txBody>
      </p:sp>
    </p:spTree>
    <p:extLst>
      <p:ext uri="{BB962C8B-B14F-4D97-AF65-F5344CB8AC3E}">
        <p14:creationId xmlns:p14="http://schemas.microsoft.com/office/powerpoint/2010/main" val="7401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3429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it-IT" dirty="0"/>
              <a:t>[1] Julia Documentation: https://docs.julialang.org/en/v1/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Список литературы. Библиография </a:t>
            </a:r>
          </a:p>
        </p:txBody>
      </p:sp>
    </p:spTree>
    <p:extLst>
      <p:ext uri="{BB962C8B-B14F-4D97-AF65-F5344CB8AC3E}">
        <p14:creationId xmlns:p14="http://schemas.microsoft.com/office/powerpoint/2010/main" val="270344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Пользовательск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30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{3BF0432E-C854-41CE-93DC-9496EBB535A6}TF2989475c-5427-4edb-9ec1-00f4ce72165b8cae7013_win32-72884f2072f2</Template>
  <TotalTime>82</TotalTime>
  <Words>390</Words>
  <Application>Microsoft Office PowerPoint</Application>
  <PresentationFormat>Широкоэкранный</PresentationFormat>
  <Paragraphs>91</Paragraphs>
  <Slides>29</Slides>
  <Notes>29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5" baseType="lpstr">
      <vt:lpstr>Arial</vt:lpstr>
      <vt:lpstr>Calibri</vt:lpstr>
      <vt:lpstr>Cambria</vt:lpstr>
      <vt:lpstr>Segoe UI</vt:lpstr>
      <vt:lpstr>Segoe UI Light</vt:lpstr>
      <vt:lpstr>Пользовательские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Булат Исаев</dc:creator>
  <cp:keywords/>
  <cp:lastModifiedBy>Булат Исаев</cp:lastModifiedBy>
  <cp:revision>13</cp:revision>
  <dcterms:created xsi:type="dcterms:W3CDTF">2025-12-20T16:59:38Z</dcterms:created>
  <dcterms:modified xsi:type="dcterms:W3CDTF">2025-12-20T19:04:03Z</dcterms:modified>
  <cp:version/>
</cp:coreProperties>
</file>