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76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292" r:id="rId30"/>
    <p:sldId id="293" r:id="rId3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5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26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139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112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609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36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301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249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388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698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708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151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303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296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402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878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544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8814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9759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09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9652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1525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8036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6918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3544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5737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5126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20.12.2025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20.12.2025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№4 </a:t>
            </a:r>
            <a:br>
              <a:rPr lang="ru-RU" dirty="0"/>
            </a:br>
            <a:r>
              <a:rPr lang="ru-RU" dirty="0"/>
              <a:t>Компьютерный практикум по статистическому анализу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459831" y="6184049"/>
            <a:ext cx="8669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1: Поэлементные операции сложения и произведения элементов матрицы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6801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Поэлементные операции над многомерными массивами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BD1CC0-A798-47FF-AB4C-06C7BF735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426" y="1246817"/>
            <a:ext cx="4904037" cy="481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106906" y="6184049"/>
            <a:ext cx="10459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2: Использование возможностей пакета </a:t>
            </a:r>
            <a:r>
              <a:rPr lang="ru-RU" dirty="0" err="1"/>
              <a:t>Statistics</a:t>
            </a:r>
            <a:r>
              <a:rPr lang="ru-RU" dirty="0"/>
              <a:t> для работы со средними значениями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641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Поэлементные операции над многомерными массивами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8E1E40-F475-420B-9813-3312DCFD7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100" y="1866682"/>
            <a:ext cx="6801799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922421" y="6217961"/>
            <a:ext cx="10347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3: Использование библиотеки </a:t>
            </a:r>
            <a:r>
              <a:rPr lang="ru-RU" dirty="0" err="1"/>
              <a:t>LinearAlgebra</a:t>
            </a:r>
            <a:r>
              <a:rPr lang="ru-RU" dirty="0"/>
              <a:t> для выполнения определённых операций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Транспонирование, след, ранг, определитель и инверсия матрицы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E19AAC-7118-4BBB-A67F-65BAB2AA0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943" y="1327252"/>
            <a:ext cx="5940046" cy="468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8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251284" y="6094439"/>
            <a:ext cx="11373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4: Использование библиотеки </a:t>
            </a:r>
            <a:r>
              <a:rPr lang="ru-RU" dirty="0" err="1"/>
              <a:t>LinearAlgebra</a:t>
            </a:r>
            <a:r>
              <a:rPr lang="ru-RU" dirty="0"/>
              <a:t> для выполнения определённых операций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7443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Транспонирование, след, ранг, определитель и инверсия матрицы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92BCEF-F393-4AF8-AE54-FA869DD6F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443" y="1414181"/>
            <a:ext cx="5287113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5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5: Использование </a:t>
            </a:r>
            <a:r>
              <a:rPr lang="ru-RU" dirty="0" err="1"/>
              <a:t>LinearAlgebra.norm</a:t>
            </a:r>
            <a:r>
              <a:rPr lang="ru-RU" dirty="0"/>
              <a:t>(x)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753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Вычисление нормы векторов и матриц, повороты, вращения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8EAE7A-D84C-486B-B0B5-CD0F1C7C2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049" y="1313937"/>
            <a:ext cx="4749340" cy="48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3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6: Вычисление нормы для двумерной матрицы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721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Вычисление нормы векторов и матриц, повороты, вращения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7B665C-7BE3-4399-A081-1BD1DA31D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16" y="1325521"/>
            <a:ext cx="4636168" cy="474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0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379621" y="6184049"/>
            <a:ext cx="10074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7: Примеры матричного умножения, единичной матрицы и скалярного произведения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7684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Матричное умножение, единичная матрица, скалярное произведение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DC40C0-14D9-4A17-9A8D-A06AE2C6A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696" y="1276044"/>
            <a:ext cx="4629483" cy="490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2582779" y="6184049"/>
            <a:ext cx="6840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8: Решение систем линейный алгебраических уравнений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Факторизация. Специальные матричные структуры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03D420-CEC8-452B-A3FC-5E2ACB559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270" y="1282320"/>
            <a:ext cx="5315692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5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208547" y="6110481"/>
            <a:ext cx="11983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9: Пример вычисления LU-факторизации и определение составного типа факторизации для его хранения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Факторизация. Специальные матричные структуры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74C779-16F2-460E-9B91-D5C9CB023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518" y="1283368"/>
            <a:ext cx="3689356" cy="47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9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" y="6184049"/>
            <a:ext cx="11614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10: Пример решения с использованием исходной матрицы и с использованием объекта факторизации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Факторизация. Специальные матричные структуры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F736D-257B-4323-97C1-A96A56E70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733" y="1504681"/>
            <a:ext cx="5258534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61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493963" y="5988596"/>
            <a:ext cx="11550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11: Пример вычисления QR-факторизации и определение составного типа факторизации для его хранения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Факторизация. Специальные матричные структуры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67C445-22E5-437A-BED1-D870CDF4F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101" y="1291839"/>
            <a:ext cx="6077798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1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12: Примеры собственной декомпозиции матрицы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Факторизация. Специальные матричные структуры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7EFFE0-7C2A-46BE-BDD6-C0CF60F02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653" y="1251283"/>
            <a:ext cx="4835536" cy="493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7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203158" y="6184049"/>
            <a:ext cx="9769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13: Примеры работы с матрицами большой размерности и специальной структуры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Факторизация. Специальные матричные структуры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853DCD-780D-44CA-BE01-9CD65B4A9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046" y="1315453"/>
            <a:ext cx="3170576" cy="478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8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2646947" y="6184049"/>
            <a:ext cx="6776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14: Пример добавления шума в симметричную матрицу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Факторизация. Специальные матричные структуры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BEDA2A-C596-4CB4-B88F-5BE38A16B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60" y="2571630"/>
            <a:ext cx="4515480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0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2791326" y="6184049"/>
            <a:ext cx="7026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15: Пример явного объявления структуры матрицы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Факторизация. Специальные матричные структуры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FDEF48-739E-4729-95D4-15E4855FE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838" y="1434734"/>
            <a:ext cx="5182323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5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2642268" y="6102643"/>
            <a:ext cx="690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16: Использование пакета </a:t>
            </a:r>
            <a:r>
              <a:rPr lang="ru-RU" dirty="0" err="1"/>
              <a:t>BenchmarkTools</a:t>
            </a:r>
            <a:r>
              <a:rPr lang="ru-RU" dirty="0"/>
              <a:t>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Факторизация. Специальные матричные структуры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A4E7B7-E4F9-480C-BD63-B6093E1DA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759" y="1995287"/>
            <a:ext cx="5420481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0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Факторизация. Специальные матричные структуры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38C2EC-1F10-456E-A0C1-5ACFC751C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99555"/>
            <a:ext cx="4452314" cy="47096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DCE971-80FE-44C6-BE72-F1536BBFD8B9}"/>
              </a:ext>
            </a:extLst>
          </p:cNvPr>
          <p:cNvSpPr txBox="1"/>
          <p:nvPr/>
        </p:nvSpPr>
        <p:spPr>
          <a:xfrm>
            <a:off x="1652335" y="6184049"/>
            <a:ext cx="9160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17: Примеры работы с разряженными матрицами большой размерности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73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Общая линейная алгебра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F3A4EE-11C6-443C-8F16-0EE1A4C6B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146" y="1301413"/>
            <a:ext cx="5286978" cy="4559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09E9F0-210C-4398-AC28-2CAA45EAA198}"/>
              </a:ext>
            </a:extLst>
          </p:cNvPr>
          <p:cNvSpPr txBox="1"/>
          <p:nvPr/>
        </p:nvSpPr>
        <p:spPr>
          <a:xfrm>
            <a:off x="818147" y="5860883"/>
            <a:ext cx="10892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18: Решение системы линейных уравнений с рациональными элементами без преобразования в типы элементов с плавающей запятой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75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9C626C-1DD0-4FF3-89AD-7E60ABFF7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864" y="1766655"/>
            <a:ext cx="5344271" cy="3324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076C94-770E-408A-A8C4-9C1A57BFCECF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19: Решение задания “Произведение векторов”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74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535E68-F0C2-46B3-98C1-F87E9A00F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018" y="1358675"/>
            <a:ext cx="5132624" cy="4591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C68ADB-570C-460E-B8C5-E28EE5140E84}"/>
              </a:ext>
            </a:extLst>
          </p:cNvPr>
          <p:cNvSpPr txBox="1"/>
          <p:nvPr/>
        </p:nvSpPr>
        <p:spPr>
          <a:xfrm>
            <a:off x="2759242" y="6184049"/>
            <a:ext cx="6664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20: Решение задания “Системы линейных уравнений”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75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1943C1-6164-4F67-AECC-D2B072976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154" y="1363767"/>
            <a:ext cx="5068699" cy="4694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4E6E75-DEF4-4E19-95E1-CAAB7CABFF74}"/>
              </a:ext>
            </a:extLst>
          </p:cNvPr>
          <p:cNvSpPr txBox="1"/>
          <p:nvPr/>
        </p:nvSpPr>
        <p:spPr>
          <a:xfrm>
            <a:off x="3327401" y="6184049"/>
            <a:ext cx="6345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21: Решение задания “Системы линейных уравнений”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03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345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22: Решение задания “Операции с матрицами”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A1D6A5-D71A-4AEA-8A48-0AF247E45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522" y="1676155"/>
            <a:ext cx="5410955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23: Решение задания “Операции с матрицами”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A74B03-20BD-49B3-8588-FE82115D9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917" y="2214393"/>
            <a:ext cx="5668166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24: Решение задания “Операции с матрицами”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0B59D1-41C3-41A2-8C29-2510BCA84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730" y="1337970"/>
            <a:ext cx="8878539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5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25: Решение задания “Операции с матрицами”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034110-449C-4E10-BFA0-98C10C8EC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709" y="1339116"/>
            <a:ext cx="9172582" cy="463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5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26: Решение задания “Операции с матрицами”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9E92CF-FD99-4D95-89E8-5D6D858B3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437" y="1599047"/>
            <a:ext cx="6437126" cy="418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6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570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Рис. 27: Решение задания “Линейные модели экономики”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1A5ACA-E72C-4A82-8CB5-98A9C920A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67326"/>
            <a:ext cx="4165723" cy="483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9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были изучены возможности специализированных пакетов </a:t>
            </a:r>
            <a:r>
              <a:rPr lang="ru-RU" dirty="0" err="1"/>
              <a:t>Julia</a:t>
            </a:r>
            <a:r>
              <a:rPr lang="ru-RU" dirty="0"/>
              <a:t> для выполнения и оценки эффективности операций над объектами линейной алгебры.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[1] Julia Documentation: https://docs.julialang.org/en/v1/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32</TotalTime>
  <Words>540</Words>
  <Application>Microsoft Office PowerPoint</Application>
  <PresentationFormat>Широкоэкранный</PresentationFormat>
  <Paragraphs>94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21</cp:revision>
  <dcterms:created xsi:type="dcterms:W3CDTF">2025-12-20T16:59:38Z</dcterms:created>
  <dcterms:modified xsi:type="dcterms:W3CDTF">2025-12-20T19:35:44Z</dcterms:modified>
  <cp:version/>
</cp:coreProperties>
</file>