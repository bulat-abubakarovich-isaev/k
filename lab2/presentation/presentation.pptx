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292" r:id="rId24"/>
    <p:sldId id="293" r:id="rId2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73" d="100"/>
          <a:sy n="73" d="100"/>
        </p:scale>
        <p:origin x="194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129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4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275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9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781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467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479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892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072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869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221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746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477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73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592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249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409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055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1221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007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</a:t>
            </a:r>
            <a:r>
              <a:rPr lang="en-US" dirty="0"/>
              <a:t>2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1: Примеры кортежей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Кортежи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F49717-F3D1-42F3-81A8-E50F2CD6F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127" y="1458808"/>
            <a:ext cx="5515745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2: Примеры операций над кортежами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Кортежи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22408D-07AB-41D4-8C87-897D6B3C9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076" y="1444268"/>
            <a:ext cx="6630325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0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3: Примеры словарей и операций над ними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Словари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BBFCE8-B6FD-44C7-B5FE-53D9AC28D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327" y="1410327"/>
            <a:ext cx="5893502" cy="469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0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4: Примеры множеств и операций над ними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Множества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5DCC52-0DE3-456F-9896-0B5E91013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852" y="1402652"/>
            <a:ext cx="4684295" cy="450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8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5: Примеры множеств и операций над ними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Множества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DD780C-27C4-4FA3-AC0D-B2C386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80" y="1388105"/>
            <a:ext cx="3677983" cy="478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9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6: Примеры массивов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503A18-267E-4EDB-9519-34E0AEDE4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59" y="1272129"/>
            <a:ext cx="4965949" cy="483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7: Примеры массивов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06A880-576A-41B5-A0A5-4480F00F3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601" y="1353760"/>
            <a:ext cx="5172797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684421" y="6184048"/>
            <a:ext cx="95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8: Примеры массивов, заданных некоторыми функциями через включение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D2227E-DA7D-4E13-B66E-AF607C84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60762"/>
            <a:ext cx="4939330" cy="478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8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9: Некоторые операции для работы с массивами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E0B69A-7BEA-44D8-9381-750242614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70" y="1249411"/>
            <a:ext cx="5184725" cy="485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1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10: Некоторые операции для работы с массивами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ABE555-56AE-4C61-BD2A-E7B47D77C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43" y="1299865"/>
            <a:ext cx="5287113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3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11: Некоторые операции для работы с массивами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CF4185-2E77-4DB0-AB1A-058B753AF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36414"/>
            <a:ext cx="4422422" cy="496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5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12: Некоторые операции для работы с массивами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E9623D-C24C-4B8D-9385-3A349900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16" y="1124689"/>
            <a:ext cx="4701709" cy="485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9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13: Некоторые операции для работы с массивами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E2C698-482D-4A84-A103-6E30D2B88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12691"/>
            <a:ext cx="4648820" cy="488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8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14: Некоторые операции для работы с массивами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Массивы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40BB3E-26CB-489F-8B64-25831F3EF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614" y="1124689"/>
            <a:ext cx="3842772" cy="494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7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15: Решение заданий №1 и №2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62414C-1F2F-4C66-BD75-53980956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706" y="1320426"/>
            <a:ext cx="5458587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8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16: Выполнение подпунктов задания №3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4375D1-C35B-440F-992B-FCBACF26D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680" y="1461813"/>
            <a:ext cx="5296639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17: Выполнение подпунктов задания №3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8EC8F9-A9BC-4E99-9DBD-06B72F627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54" y="1776182"/>
            <a:ext cx="5315692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2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18: Выполнение подпунктов задания №3 21/26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65103E-06DC-444D-B60A-6AD1B5032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680" y="1695208"/>
            <a:ext cx="529663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2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19: Выполнение подпунктов задания №3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158359-85DF-4EF0-B567-DB1172EF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737" y="2060408"/>
            <a:ext cx="10106526" cy="273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3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20: Выполнение подпунктов задания №3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Самостоятельная работа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77EA0E-0620-4A7C-8124-973911693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698" y="1644828"/>
            <a:ext cx="8220604" cy="40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6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21: Решение заданий №4, №5 и №6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AAA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FD66E6-4E41-4562-A885-8AD2D63C2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101" y="1766655"/>
            <a:ext cx="5353797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3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были изучены несколько структур данных, реализованных в </a:t>
            </a:r>
            <a:r>
              <a:rPr lang="ru-RU" dirty="0" err="1"/>
              <a:t>Julia</a:t>
            </a:r>
            <a:r>
              <a:rPr lang="ru-RU" dirty="0"/>
              <a:t>, а также научились применять их и операции над ними для решения задач.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19</TotalTime>
  <Words>331</Words>
  <Application>Microsoft Office PowerPoint</Application>
  <PresentationFormat>Широкоэкранный</PresentationFormat>
  <Paragraphs>76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8</cp:revision>
  <dcterms:created xsi:type="dcterms:W3CDTF">2025-12-20T16:59:38Z</dcterms:created>
  <dcterms:modified xsi:type="dcterms:W3CDTF">2025-12-20T17:20:15Z</dcterms:modified>
  <cp:version/>
</cp:coreProperties>
</file>